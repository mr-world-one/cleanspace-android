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oppi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19DAA3-CC6F-4376-9980-E589F220F127}">
  <a:tblStyle styleId="{DE19DAA3-CC6F-4376-9980-E589F220F12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oppins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italic.fntdata"/><Relationship Id="rId25" Type="http://schemas.openxmlformats.org/officeDocument/2006/relationships/font" Target="fonts/PoppinsSemiBold-bold.fntdata"/><Relationship Id="rId27" Type="http://schemas.openxmlformats.org/officeDocument/2006/relationships/font" Target="fonts/Poppi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15.png"/><Relationship Id="rId10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10" Type="http://schemas.openxmlformats.org/officeDocument/2006/relationships/image" Target="../media/image31.png"/><Relationship Id="rId9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38.png"/><Relationship Id="rId7" Type="http://schemas.openxmlformats.org/officeDocument/2006/relationships/image" Target="../media/image29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40.png"/><Relationship Id="rId9" Type="http://schemas.openxmlformats.org/officeDocument/2006/relationships/image" Target="../media/image31.png"/><Relationship Id="rId5" Type="http://schemas.openxmlformats.org/officeDocument/2006/relationships/image" Target="../media/image41.png"/><Relationship Id="rId6" Type="http://schemas.openxmlformats.org/officeDocument/2006/relationships/image" Target="../media/image29.png"/><Relationship Id="rId7" Type="http://schemas.openxmlformats.org/officeDocument/2006/relationships/image" Target="../media/image42.png"/><Relationship Id="rId8" Type="http://schemas.openxmlformats.org/officeDocument/2006/relationships/image" Target="../media/image3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78876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5300" y="3027015"/>
            <a:ext cx="112014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CleanSpace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027140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Ваш кишеньковий прибиральник 📱✨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9300" y="2026890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991612" y="5567235"/>
            <a:ext cx="270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Коваль Максим ПМІ-31</a:t>
            </a:r>
            <a:endParaRPr b="1" sz="1600"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2537" y="5604648"/>
            <a:ext cx="21907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71625"/>
            <a:ext cx="33654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571625"/>
            <a:ext cx="33654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571625"/>
            <a:ext cx="3365450" cy="397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71512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63650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590168" y="2962275"/>
            <a:ext cx="17089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Репозиторій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73063" y="3810000"/>
            <a:ext cx="2543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Назва: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CleanSpace-Android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034152" y="2147888"/>
            <a:ext cx="2123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Projects Дошка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899213" y="3046800"/>
            <a:ext cx="229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Стовпчики відстеження: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08500" y="3509850"/>
            <a:ext cx="2775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📋 Planned ➔ 🔨 In Progress ➔ 👀 Review ➔ ✅ Done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6051" y="1962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794897" y="2962275"/>
            <a:ext cx="190445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Документація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59675" y="3505200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Readme.md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з описом, інструкцією та правилами.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59675" y="4257675"/>
            <a:ext cx="2774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Папка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/Documents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для презентацій та звітів.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77963" y="2171700"/>
            <a:ext cx="3333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51789" y="2171700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381125" y="571500"/>
            <a:ext cx="105513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Інфраструктура проекту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57375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671512"/>
            <a:ext cx="3143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62000" y="157162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CleanSpace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це інноваційний мобільний додаток для глибокого та безпечного очищення пам'яті Android-пристроїв.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62000" y="2819400"/>
            <a:ext cx="5300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Чому саме це?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47750" y="3362325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📱 </a:t>
            </a:r>
            <a:r>
              <a:rPr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~ 4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млрд Android-користувачів у світі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47750" y="38576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🗑️ Середній телефон накопичує 5-15 ГБ "сміття" за рік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47750" y="4657725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⏱️ Ручне чищення займає години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47750" y="51530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🔒 Користувачі бояться випадково видалити важливе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866900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219200" y="571500"/>
            <a:ext cx="1072134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Тема проекту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3813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8766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6767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517207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270670"/>
            <a:ext cx="504825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70670"/>
            <a:ext cx="504825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62966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62000" y="1158329"/>
            <a:ext cx="10668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Створити інтуїтивно зрозумілий інструмент для автоматичного виявлення та безпечного видалення непотрібних файлів.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533525" y="2661195"/>
            <a:ext cx="40805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Проблеми користувачів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124700" y="2661195"/>
            <a:ext cx="41105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Рішення CleanSpace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272787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1438275" y="320412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Нестача місця: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постійні попередження системи.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438275" y="400422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Повільна робота: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зайвий кеш гальмує Android.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438275" y="480432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Страх видалення: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ризик втратити сімейні фото чи важливі документи.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438275" y="560442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Втрата часу: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рутина ручного пошуку файлів.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272787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058025" y="3204120"/>
            <a:ext cx="398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Звільняє гігабайти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одним натисканням.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058025" y="369942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Прискорює роботу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прибираючи цифрове "сміття".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058025" y="449952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Безпечне очищення: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чітко показує, що можна видалити без ризиків.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58025" y="5299620"/>
            <a:ext cx="398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Автоматизація: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виконує рутину за лічені секунди.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323975" y="62954"/>
            <a:ext cx="10611326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Ціль застосунку</a:t>
            </a:r>
            <a:endParaRPr/>
          </a:p>
        </p:txBody>
      </p:sp>
      <p:pic>
        <p:nvPicPr>
          <p:cNvPr descr="image.png" id="154" name="Google Shape;15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2525" y="32231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2525" y="40232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2525" y="48233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2525" y="56234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32231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37184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45185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53186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71512"/>
            <a:ext cx="523875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17"/>
          <p:cNvGraphicFramePr/>
          <p:nvPr/>
        </p:nvGraphicFramePr>
        <p:xfrm>
          <a:off x="762000" y="1571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{DE19DAA3-CC6F-4376-9980-E589F220F127}</a:tableStyleId>
              </a:tblPr>
              <a:tblGrid>
                <a:gridCol w="2662225"/>
                <a:gridCol w="3727100"/>
                <a:gridCol w="4259600"/>
              </a:tblGrid>
              <a:tr h="94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Тип користувача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Опис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Основні потреби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94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🧑‍🎓 Студенти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18-25 років, багато фото та відео лекцій.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Швидко звільнити місце для нових матеріалів та ігор.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👨‍👩‍👧 Батьки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30-45 років, безліч фото дітей, сімейні відео.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 втратити важливі спогади під час чищення пам'яті.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4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👴 Літні люди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55+ років, мало розуміються на файлових системах.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Максимальна простота, великі кнопки, абсолютна безпека.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41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💼 Власники "бюджетників"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Користувачі телефонів з пам'яттю 32/64 ГБ.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Боротьба з постійною нестачею місця для базових додатків.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9" name="Google Shape;169;p17"/>
          <p:cNvSpPr/>
          <p:nvPr/>
        </p:nvSpPr>
        <p:spPr>
          <a:xfrm>
            <a:off x="771525" y="2266950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3433762" y="2266950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7160865" y="2266950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71525" y="3267075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433762" y="3267075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160865" y="3267075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71525" y="4267200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433762" y="4267200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7160865" y="4267200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71525" y="5267325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3433762" y="5267325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7160865" y="5267325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428750" y="571500"/>
            <a:ext cx="1050131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Цільова аудиторія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225802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76575"/>
            <a:ext cx="2190750" cy="3201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0" y="3076575"/>
            <a:ext cx="2190750" cy="3201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71512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62000" y="1571625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Популярний файловий менеджер від Google з базовими функціями очищення. Основний функціонал: чистка кешу, рекомендації, офлайн-передача.</a:t>
            </a:r>
            <a:endParaRPr/>
          </a:p>
        </p:txBody>
      </p:sp>
      <p:pic>
        <p:nvPicPr>
          <p:cNvPr descr="image.png" id="192" name="Google Shape;19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2334220"/>
            <a:ext cx="31813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952500" y="3267075"/>
            <a:ext cx="19002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Переваги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3429000" y="3267075"/>
            <a:ext cx="19002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Недоліки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238250" y="3648075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Вбудований у смартфони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238250" y="4461271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Простий інтерфейс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238250" y="5274468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Повністю безкоштовний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3714750" y="3648075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Обмежений функціонал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3714750" y="4461271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Не шукає дублікати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714750" y="5274468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Мало налаштувань</a:t>
            </a:r>
            <a:endParaRPr/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0" y="3667137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0" y="4567847"/>
            <a:ext cx="152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1276350" y="571500"/>
            <a:ext cx="1066133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Аналіз конкурентів: Google Files</a:t>
            </a:r>
            <a:endParaRPr/>
          </a:p>
        </p:txBody>
      </p:sp>
      <p:pic>
        <p:nvPicPr>
          <p:cNvPr descr="image.png" id="204" name="Google Shape;20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36671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448032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52935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0" y="5293531"/>
            <a:ext cx="1524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250" y="225802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2750" y="3076575"/>
            <a:ext cx="2190750" cy="3201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0" y="3076575"/>
            <a:ext cx="2190750" cy="3201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671512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6762750" y="1571625"/>
            <a:ext cx="46672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Додаток для просунутих користувачів, який пропонує глибокий контроль над файловою системою. Основний функціонал: пошук дублікатів, очищення баз даних.</a:t>
            </a:r>
            <a:endParaRPr/>
          </a:p>
        </p:txBody>
      </p:sp>
      <p:pic>
        <p:nvPicPr>
          <p:cNvPr descr="image.png" id="218" name="Google Shape;21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95450" y="2334220"/>
            <a:ext cx="31813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6953250" y="3267075"/>
            <a:ext cx="19002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Переваги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9429750" y="3267075"/>
            <a:ext cx="19002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Недоліки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7239000" y="3648075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Дуже потужний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7239000" y="4461271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Гнучкі налаштування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7239000" y="5274468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Існує роками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9715500" y="3648075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Складний для новачків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9715500" y="4461271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Застарілий інтерфейс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9715500" y="5274468"/>
            <a:ext cx="1524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Платний преміум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1276350" y="571500"/>
            <a:ext cx="1066133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Аналіз конкурентів: SD Maid</a:t>
            </a:r>
            <a:endParaRPr/>
          </a:p>
        </p:txBody>
      </p:sp>
      <p:pic>
        <p:nvPicPr>
          <p:cNvPr descr="image.png" id="228" name="Google Shape;22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53250" y="36671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53250" y="448032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53250" y="52935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0" y="3667137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0" y="4480334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29750" y="5293531"/>
            <a:ext cx="1524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210562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2771775"/>
            <a:ext cx="2076450" cy="32015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671512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762000" y="1571625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Відомий бренд, що прийшов з ПК. Основний функціонал: чистка системи, менеджер додатків, моніторинг ресурсів.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15200" y="2181820"/>
            <a:ext cx="31813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952500" y="2962275"/>
            <a:ext cx="202025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Переваги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3543300" y="2962275"/>
            <a:ext cx="178022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Недоліки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1360187" y="3378138"/>
            <a:ext cx="1780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Відомий бренд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1360175" y="4173911"/>
            <a:ext cx="1638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Багато функцій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1028700" y="5401500"/>
            <a:ext cx="251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Крос-платформеність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3867150" y="3348288"/>
            <a:ext cx="1409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Агресивна реклама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3829050" y="4158996"/>
            <a:ext cx="14097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Платні функції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3829050" y="4969668"/>
            <a:ext cx="14097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Скандали з безпекою</a:t>
            </a:r>
            <a:endParaRPr/>
          </a:p>
        </p:txBody>
      </p:sp>
      <p:pic>
        <p:nvPicPr>
          <p:cNvPr descr="image.png" id="252" name="Google Shape;25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8" y="336233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800" y="420885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800" y="5055381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2813" y="3395675"/>
            <a:ext cx="1524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22825" y="4191422"/>
            <a:ext cx="1524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1276350" y="571500"/>
            <a:ext cx="10661332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Аналіз конкурентів: CCleaner</a:t>
            </a:r>
            <a:endParaRPr/>
          </a:p>
        </p:txBody>
      </p:sp>
      <p:pic>
        <p:nvPicPr>
          <p:cNvPr descr="image.png" id="258" name="Google Shape;25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43300" y="4987181"/>
            <a:ext cx="15240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495300" y="2029651"/>
            <a:ext cx="1120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Дяку</a:t>
            </a:r>
            <a:r>
              <a:rPr b="1" lang="en-US" sz="54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ю</a:t>
            </a:r>
            <a:r>
              <a:rPr b="1" i="0" lang="en-US" sz="5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за увагу!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762000" y="3429001"/>
            <a:ext cx="106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CleanSpace</a:t>
            </a: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— ваш простір для чистоти 📱✨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495300" y="5445174"/>
            <a:ext cx="11201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Питання? ❓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